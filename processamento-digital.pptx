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45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1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9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4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2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6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4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8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2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1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3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A6B6007-AECB-499E-BC77-A9E81A25C758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72E8B0-C021-466E-8585-4E819525F6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29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75D-53BC-41D8-B122-40E32F9D5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Processamento de áudio no MATLAB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A268C-C8C5-4E93-8040-A97580887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Discentes: Douglas Frota Brandão e Karine Rosa Ferreira Pires</a:t>
            </a:r>
          </a:p>
          <a:p>
            <a:r>
              <a:rPr lang="pt-BR" dirty="0"/>
              <a:t>Docente: Prof. Dr. Mario Anderson de Oliveira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1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7022-6F1C-4C52-85A3-0EEC92C3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9F37-CBDD-4617-8598-4AF88B915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Fazer uma aplicação de processamento de áudio no MATLAB e implementar um filtro para remover o ruído existente no áudio.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1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ABB8-D677-4482-A6B5-28F48F2B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CBCB3-BED9-4D89-9102-06392FB8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Realizar uma gravação pelo celular com uma frequência de 7000 Hz de fundo;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Analisar o espectro de frequência;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Escolher o filtro e método desejado para filtrar o ruído;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Plotar o gráfico antes e depois da filtragem;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Salvar o mesmo áudio após a filtragem</a:t>
            </a:r>
          </a:p>
        </p:txBody>
      </p:sp>
    </p:spTree>
    <p:extLst>
      <p:ext uri="{BB962C8B-B14F-4D97-AF65-F5344CB8AC3E}">
        <p14:creationId xmlns:p14="http://schemas.microsoft.com/office/powerpoint/2010/main" val="277729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CDB7-0EEE-4DFD-B32F-7D3C9252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FIR: TIPO DE FILTRO UTILIZADO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17F33-1478-4055-9F30-26C31D91C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Vantagens dos filtros FIR: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 resposta em fase pode ser exatamente linear;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São fáceis de implementar porque não há problemas de estabilidade.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63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E800-4784-4DAC-B69C-8DD84EEC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 DE BANDA DE REJEIÇÃO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E68F1-5D7F-4A50-9EF3-4D557C4B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287831"/>
            <a:ext cx="45720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5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43DE-0A4A-4B2C-8AD3-3A09195B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AUDIO COM RUÍDO - FREQUÊNCIA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89EF4-F5E1-46A1-8364-C4E02F4109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15" t="12199" r="7254" b="6839"/>
          <a:stretch/>
        </p:blipFill>
        <p:spPr>
          <a:xfrm>
            <a:off x="2283655" y="1845734"/>
            <a:ext cx="7624689" cy="410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7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A547-46C8-4FBE-98E9-FF718182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ÁUDIO COM RUÍDO - TEMPO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6911E-2D83-4FF5-A302-460E82145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7" t="11040" r="6075" b="7126"/>
          <a:stretch/>
        </p:blipFill>
        <p:spPr>
          <a:xfrm>
            <a:off x="2248486" y="1845734"/>
            <a:ext cx="7695028" cy="41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0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B482-E466-47E8-AAAA-0A138869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ÁUDIO SEM RUÍDO - FREQUÊNCIA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FFFCF-032B-4267-BDE2-7D11022A2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00" t="11282" r="7621" b="8077"/>
          <a:stretch/>
        </p:blipFill>
        <p:spPr>
          <a:xfrm>
            <a:off x="2292447" y="1845734"/>
            <a:ext cx="7607105" cy="413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8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BD6E-07A7-40C9-B874-FF6A3BED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ÁUDIO SEM RUÍDO - TEMPO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9E66F-A9DE-42E7-9DC9-CBF5436DE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00" t="10256" r="6899" b="8333"/>
          <a:stretch/>
        </p:blipFill>
        <p:spPr>
          <a:xfrm>
            <a:off x="2265777" y="1845734"/>
            <a:ext cx="7721405" cy="42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41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3B48-0864-4131-9C7E-4A15411B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SUBPLOT DOS GRÁFICOS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BEACF-3BF6-460D-80BC-F1458FF4F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00" t="12308" r="7260" b="8718"/>
          <a:stretch/>
        </p:blipFill>
        <p:spPr>
          <a:xfrm>
            <a:off x="2169062" y="1845734"/>
            <a:ext cx="7914835" cy="419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7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F648-BCD9-4E51-AB77-CFCC5C72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10EF9-820F-4F95-9777-D9E780D1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Karine Rosa Ferreira Pires</a:t>
            </a:r>
          </a:p>
          <a:p>
            <a:r>
              <a:rPr lang="pt-BR" dirty="0"/>
              <a:t>Douglas Frota Brandão</a:t>
            </a:r>
          </a:p>
          <a:p>
            <a:endParaRPr lang="pt-BR" dirty="0"/>
          </a:p>
          <a:p>
            <a:r>
              <a:rPr lang="pt-BR" sz="1600" dirty="0"/>
              <a:t>krfpires@gmail.com</a:t>
            </a:r>
          </a:p>
          <a:p>
            <a:r>
              <a:rPr lang="pt-BR" sz="1600" dirty="0"/>
              <a:t>douglasfrb@gmail.com</a:t>
            </a:r>
            <a:endParaRPr lang="en-US" sz="1600" dirty="0"/>
          </a:p>
        </p:txBody>
      </p:sp>
      <p:pic>
        <p:nvPicPr>
          <p:cNvPr id="1026" name="Picture 2" descr="Image result for ifmt">
            <a:extLst>
              <a:ext uri="{FF2B5EF4-FFF2-40B4-BE49-F238E27FC236}">
                <a16:creationId xmlns:a16="http://schemas.microsoft.com/office/drawing/2014/main" id="{8C6394BE-F1D4-4C1A-8908-F5D9CC8F7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947" y="4131734"/>
            <a:ext cx="2024105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8437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238</TotalTime>
  <Words>176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Processamento de áudio no MATLAB</vt:lpstr>
      <vt:lpstr>OBJETIVO</vt:lpstr>
      <vt:lpstr>DESENVOLVIMENTO</vt:lpstr>
      <vt:lpstr>FIR: TIPO DE FILTRO UTILIZADO</vt:lpstr>
      <vt:lpstr>FILTRO DE BANDA DE REJEIÇÃO</vt:lpstr>
      <vt:lpstr>AUDIO COM RUÍDO - FREQUÊNCIA</vt:lpstr>
      <vt:lpstr>ÁUDIO COM RUÍDO - TEMPO</vt:lpstr>
      <vt:lpstr>ÁUDIO SEM RUÍDO - FREQUÊNCIA</vt:lpstr>
      <vt:lpstr>ÁUDIO SEM RUÍDO - TEMPO</vt:lpstr>
      <vt:lpstr>SUBPLOT DOS GRÁFICOS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Processamento de áudio MATLAB</dc:title>
  <dc:creator>Douglas Brandão</dc:creator>
  <cp:lastModifiedBy>Douglas Brandão</cp:lastModifiedBy>
  <cp:revision>21</cp:revision>
  <dcterms:created xsi:type="dcterms:W3CDTF">2019-06-17T05:20:14Z</dcterms:created>
  <dcterms:modified xsi:type="dcterms:W3CDTF">2019-06-17T17:39:41Z</dcterms:modified>
</cp:coreProperties>
</file>